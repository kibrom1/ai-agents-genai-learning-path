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/ GENAI APPS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Self-Directed Learning Path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chapters · 5 phases · one running capstone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50292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LLM fundamentals to a production-hardened, shipped agent system.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PATH IS STRUCTURED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Sixteen Chapters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6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83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Refresh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128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fundamentals, prompting, embeddings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182880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1–3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724912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6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816352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16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GenAI Building Blocks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08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tool use, agent frameworks, structured extraction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72491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4–7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21024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63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12464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712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675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Mastery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0050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state, multi-agent orchestration, evals, cost &amp; observability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362102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8–11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517136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63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608576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608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490118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agent system, then generalize it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451713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12–13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413248"/>
            <a:ext cx="10972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63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504688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504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5468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&amp; Review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691640" y="57972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cost audit, failure-mode review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541324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14–16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4190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chapter ends in a concrete deliverable — a script, a design doc, a working spike.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 REFRESH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Fundamentals &amp; Cost/Latency Tradeoffs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not words — the context window is a shared budget across input and output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(0–0.2) for deterministic tasks like extraction and classification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tier to task: small/fast for routing, largest tier only where deep reasoning is needed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extraction prompt against two model tiers; compare cost, latency, and accuracy.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comparison table: cost, latency, accuracy, output consistency.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 REFRESH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Patterns &amp; Structured Output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stable instructions; user turn = what changes per call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beat prose descriptions for format-sensitive output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native structured-output / JSON schema — never regex free text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free-text prompt to strict JSON-schema output with few-shot edge cases.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prompt diff plus an accuracy and parse-failure comparison.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 REFRESH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Vector Search Basics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measure similarity, not comprehension or correctness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earns its complexity for open-ended search over large, unstructured corpora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Structured-document extraction rarely needs RAG — direct extraction is simpler and more accurate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4343400"/>
          </a:xfrm>
          <a:prstGeom prst="roundRect">
            <a:avLst>
              <a:gd name="adj" fmla="val 2151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pgvector, embed 20 sample documents, and run 3 similarity queries.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note: where RAG helps vs. doesn't for your target use case.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80960" y="5952744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61356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MILESTONE: ONE-PAGE NOTE — PROMPTING PROBLEMS VS. ARCHITECTURE PROBLEMS.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GENAI BUILDING BLOCKS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 &amp; When to Use It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points — chunking, embedding, retrieval, generation — diagnose which one broke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along natural document boundaries with overlap, not fixed character counts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(vector + keyword) search beats pure vector search on real-world corpora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minimal RAG pipeline with 5 eval questions; judge retrieval quality by hand.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RAG script plus the 5 eval questions with pass/fail results.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GENAI BUILDING BLOCKS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&amp; Function Calling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 engineering — the model decides based on them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tools narrow: one clear job each, not multi-mode parameters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 and return clear errors the model can self-correct from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two tools, then deliberately break one call and observe recovery.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correctly chains tool calls, with failure-handling notes.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GENAI BUILDING BLOCKS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Frameworks Survey &amp; Standardization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“Agent” = a loop: call model → maybe call tool → append result → repeat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(you control the sequence) vs. agents (model decides) — default to workflows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framework or approach and standardize — don't chase every new 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agent two ways; compare code complexity and debuggability.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one-paragraph framework decision record.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GENAI BUILDING BLOCKS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Extraction at Scale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 scores triage what needs human review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review threshold explicitly, per field — not just per record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retry and fallback stop one bad call from failing the whole pipeline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4343400"/>
          </a:xfrm>
          <a:prstGeom prst="roundRect">
            <a:avLst>
              <a:gd name="adj" fmla="val 2151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confidence scoring and retry/fallback to one real extraction step.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spike plus a before/after accuracy comparison.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80960" y="5952744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61356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MILESTONE: THE SPIKE, COMMITTED AS A BRANCH/PR.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 ARCHITECTURE MASTERY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Memory &amp; State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(session) memory and long-term (durable) memory are different problems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execution checkpoints each step — a crash resumes, it doesn't restart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is a design discipline: retried steps must be safely re-runnable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3-step workflow durably; kill it mid-run and confirm correct resume.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diagram plus working, crash-safe step functions.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 ARCHITECTURE MASTERY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Orchestration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agents along real boundaries — different context, tools, or failure handling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between agents is a schema/contract, not free text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Orchestrator-worker: one router plus focused specialist workers scales best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extraction into an extractor and a validator with an explicit handoff schema.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two-agent pipeline with a documented handoff contract.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 ARCHITECTURE MASTERY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Guardrails &amp; Prompt-Injection Defense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set is a regression suite for prompts — rerun it on every change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extracted values against the source document to catch hallucination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 can contain fake “instructions” — delineate it, never let it trigger side effects alone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15–20 item eval set plus one prompt-injection test case.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eval harness, plus the injection test's result.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 ARCHITECTURE MASTERY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Observability / Control Plane Design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task difficulty — not every call needs the biggest model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every call: model, reason, tokens, latency — an append-only table is enough to start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models need real token counts from your own usage, not assumptions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4343400"/>
          </a:xfrm>
          <a:prstGeom prst="roundRect">
            <a:avLst>
              <a:gd name="adj" fmla="val 2151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model tiers per task type, estimate cost, and sketch an audit-log schema.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control-plane design doc: routing policy plus cost model.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80960" y="5952744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61356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MILESTONE: THE DESIGN DOC, REVIEWED AGAINST REAL TRAFFIC PATTERNS.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CAPSTONE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— Document Intelligence Agent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together: ingest → extract → validate → cross-reference → flag anomalies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routed and logged through the Chapter 11 control plane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cases by hand to calibrate your confidence threshold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pipeline against 10–20 real or realistic synthetic documents.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working agent, with threshold-calibration notes.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CAPSTONE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— Apply It to a Second Domain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infrastructure on a 2nd domain proves the pattern generalizes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place a “reusable” piece had to change — that's over-fit, surfaced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control plane, eval harness, and pipeline shape — swap only schema and rules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pattern against a structurally different document type.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working agent, with reusable-vs-domain-specific notes.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PRODUCTION HARDENING &amp; REVIEW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Review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via ingested documents is the most likely real attack surface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exfiltration: allowlist destinations, never let untrusted content alone trigger side effects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what PII your logs actually capture — log only what's needed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both capstones against the OWASP LLM Top 10 categories.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checklist with findings and fixes.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PRODUCTION HARDENING &amp; REVIEW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Audit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drift for specific reasons: retries, misrouted tasks, prompt growth over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audit down by task type, not just aggregate spend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real audit-log spend vs. Chapter 11 projections, by task type.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audit doc: projected vs. actual, by task type.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PRODUCTION HARDENING &amp; REVIEW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713232"/>
            <a:ext cx="658368" cy="65836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713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71323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Failure-Mode Review &amp; Go/No-Go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295144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each failure mode for real — don't just reason about 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1188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374136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confidence, API outage, malformed input, partial failure — each needs a tested answer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379976"/>
            <a:ext cx="6537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6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690872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453128"/>
            <a:ext cx="5623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“we're not sure” answer is a no-go, not an acceptable risk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16283F"/>
          </a:solidFill>
          <a:ln/>
          <a:effectLst>
            <a:outerShdw sx="100000" sy="100000" kx="0" ky="0" algn="bl" rotWithShape="0" blurRad="101600" dist="38100" dir="5400000">
              <a:srgbClr val="1B263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80960" y="2075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44144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trigger each failure mode against the real capstone system.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950208"/>
            <a:ext cx="3611880" cy="10973"/>
          </a:xfrm>
          <a:prstGeom prst="rect">
            <a:avLst/>
          </a:prstGeom>
          <a:solidFill>
            <a:srgbClr val="3551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0" y="4169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53542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go/no-go checklist with tested — not assumed — behavior.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CHAPTER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423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Chapter's Deliverable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Proof It's Done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produce the deliverable, the chapter isn't done yet — regardless of how much reading happened.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50292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chapters, resources, and the phase plan: github.com/Kibrom1/ai-agents-genai-learning-path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2026-09-09T03:09:11Z</dcterms:created>
  <dcterms:modified xsi:type="dcterms:W3CDTF">2026-09-09T03:09:11Z</dcterms:modified>
</cp:coreProperties>
</file>